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9" r:id="rId5"/>
    <p:sldId id="266" r:id="rId6"/>
    <p:sldId id="271" r:id="rId7"/>
    <p:sldId id="257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1865-5AB2-F221-9E9D-78E922B22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32533-1354-89F4-C017-0BAB7CE36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3F352-3CBD-3D2B-9B6C-D007C3D5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3FD29-D423-ABD0-E86C-C7E2016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CF02-6E1E-973E-80B0-B2B455FA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4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950C-33B3-4830-7845-810454FF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F375-61CC-985C-9710-A361A6D8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C7029-3BF9-A8DC-D96A-65F89FED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1015D-ED56-39D1-31F0-DD1AC8B4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55995-CE71-C65F-538E-6C15D125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31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5E91-FADF-7832-E4E2-F15270E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F9DCA-0653-9340-BAF0-9C418645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49D9-E481-ECAA-F02A-2BAFBD7B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74FA1-2A31-4383-377C-1267BD31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D5E4-3D96-E93E-795F-5532241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01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3115-72E0-D5B8-3E03-0D0614F0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5878-AA22-D07D-F6E7-2C03F0B8A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37201-2E57-B7BD-A5B3-2DF4094AD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31553-08E3-A740-3696-CBE2B4F1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B045D-529A-8795-2996-527F7E87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680EE-8A1B-ED95-E084-189789C9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8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69CC-3B7A-889B-0947-C2C761BD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CDC1A-3C1C-A878-1B29-C8A6D94D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49272-CB0E-AD73-A9CE-C0D87FD10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3D1E9-97D7-1A52-3BBA-9C9985C41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B9092-DFF5-D21D-8E03-998617F62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634D10-4B21-9E15-2537-35DC60FE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4D47F-5F03-A22B-A387-5F3C0B91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B3406-7BDC-CE45-C80F-D671BCF1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7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A8D8-2114-7914-2848-4D940A60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84079-CCDD-D341-D546-5AFB048A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42B7E-4A2A-6631-8805-EC257477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88347-5012-F8D5-0EEF-162387B4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06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C3595-20A5-8D5F-6859-B08ED64B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D3694-F7BE-D3B8-5D39-F0F24FBD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DC9E3-E7AA-B780-8210-6C3A931CC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9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9CDC-DC94-0C13-36A7-AFE1DF0A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1B83-3D47-FF6F-A3F9-608710E1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FBF05-7A08-13F9-EE84-E448C8FD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9C086-8363-60B7-8425-B70E22CE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81F0E-D71C-8955-4FF0-B6A3A8DB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437E2-C80E-1B49-4B69-179E1C23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7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3A2D-7361-D34E-7393-A38E255B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23B14-EAAC-844F-8FB0-28C182B78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0754B-B2BD-FEA7-20A3-3AFA3AEB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AF831-0DBE-2BD3-EE78-30D8B334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ADB7D-B8AC-C37E-37D3-E43832C4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1F36F-CD1D-E53C-7250-EA5710B9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7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044B-A7AD-87AD-A89D-B29A5AC2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21F03-4C4D-921B-7151-1A1C2DDB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FBEE9-283E-D8E0-604C-99013C2E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01C0-A82F-3941-E310-F39306D5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E9B4-2FC2-76D2-18A7-14B9BE01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17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31109-C6A6-5EF5-4F5A-2B714FC38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A1961-1301-2505-EE4A-ACC72BF8A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6AF0-0594-D19C-A434-71345124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8B33-9FE8-04C4-6D9A-A08971AC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E0F50-F065-74BE-CF7C-3AED0E63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4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71C7B-9796-AA2A-C640-49CF6DD2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74FBC-0900-E226-DA1B-8B17F1E42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07231-98E2-B056-3861-D9C9E2FFD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1352F-6D71-4223-B002-8C6BADDBCBBF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F8FA2-CBA2-1695-4750-90F1B0F8F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B85D5-59E0-2F1C-79A1-8B6C4267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9D385-B448-4ACB-90A3-840AA6BC8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6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12611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294446285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7900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TABLEAU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A7BAF-E124-8EEC-FCA1-92D0A1AECD2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110" y="185738"/>
            <a:ext cx="997788" cy="56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783723-FE92-F6CE-D9BE-7FC79497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76" y="1001916"/>
            <a:ext cx="10116783" cy="567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1185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828D7-6CDA-7EB5-9478-2AD431DA6F6B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TABLEAU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57E58C-A3E3-3C6C-CF4C-03D1DD93AF9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110" y="185738"/>
            <a:ext cx="997788" cy="56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15DD4A-23CB-1AE1-27C4-0ADB25BDD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59" y="1005606"/>
            <a:ext cx="10090681" cy="56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0082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A7ED3-4220-8CC4-07F7-86B118F99738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TABLEAU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B7FDD-C796-6B89-0A2D-A6CEB5F053A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110" y="185738"/>
            <a:ext cx="997788" cy="561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DDE85F-3406-9876-4BFB-42B01930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989" y="937119"/>
            <a:ext cx="10294808" cy="581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2827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423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721CR2007 (SWAPNIL MOHANTY)</dc:creator>
  <cp:lastModifiedBy>721CR2007 (SWAPNIL MOHANTY)</cp:lastModifiedBy>
  <cp:revision>2</cp:revision>
  <dcterms:created xsi:type="dcterms:W3CDTF">2025-09-29T06:56:43Z</dcterms:created>
  <dcterms:modified xsi:type="dcterms:W3CDTF">2025-09-29T07:44:50Z</dcterms:modified>
</cp:coreProperties>
</file>